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bbe7622774d15" /><Relationship Type="http://schemas.openxmlformats.org/officeDocument/2006/relationships/extended-properties" Target="/docProps/app.xml" Id="R8461078cc77b46ef" /><Relationship Type="http://schemas.openxmlformats.org/officeDocument/2006/relationships/officeDocument" Target="/ppt/presentation.xml" Id="Rbb1e6affa974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4b7a76f31c462f"/>
  </p:sldMasterIdLst>
  <p:notesMasterIdLst>
    <p:notesMasterId xmlns:r="http://schemas.openxmlformats.org/officeDocument/2006/relationships" r:id="Ra1f49cf292484561"/>
  </p:notesMasterIdLst>
  <p:sldIdLst>
    <p:sldId xmlns:r="http://schemas.openxmlformats.org/officeDocument/2006/relationships" id="256" r:id="R4132ae4415634828"/>
    <p:sldId xmlns:r="http://schemas.openxmlformats.org/officeDocument/2006/relationships" id="257" r:id="Rf93c2928df874fcd"/>
    <p:sldId xmlns:r="http://schemas.openxmlformats.org/officeDocument/2006/relationships" id="258" r:id="R94a159a9623b434e"/>
    <p:sldId xmlns:r="http://schemas.openxmlformats.org/officeDocument/2006/relationships" id="259" r:id="R86dc7ff03f2343cb"/>
    <p:sldId xmlns:r="http://schemas.openxmlformats.org/officeDocument/2006/relationships" id="260" r:id="Rb30afe7d7d764b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4b7a76f31c462f" /><Relationship Type="http://schemas.openxmlformats.org/officeDocument/2006/relationships/theme" Target="/ppt/theme/theme1.xml" Id="Ra777754eb5004df1" /><Relationship Type="http://schemas.openxmlformats.org/officeDocument/2006/relationships/notesMaster" Target="/ppt/notesMasters/notesMaster1.xml" Id="Ra1f49cf292484561" /><Relationship Type="http://schemas.openxmlformats.org/officeDocument/2006/relationships/presProps" Target="/ppt/presProps.xml" Id="Rcf23ebda926c4a0f" /><Relationship Type="http://schemas.openxmlformats.org/officeDocument/2006/relationships/viewProps" Target="/ppt/viewProps.xml" Id="R4562a0036ab546fb" /><Relationship Type="http://schemas.openxmlformats.org/officeDocument/2006/relationships/tableStyles" Target="/ppt/tableStyles.xml" Id="R62bbdadec2d24b6a" /><Relationship Type="http://schemas.openxmlformats.org/officeDocument/2006/relationships/slide" Target="/ppt/slides/slide1.xml" Id="R4132ae4415634828" /><Relationship Type="http://schemas.openxmlformats.org/officeDocument/2006/relationships/slide" Target="/ppt/slides/slide2.xml" Id="Rf93c2928df874fcd" /><Relationship Type="http://schemas.openxmlformats.org/officeDocument/2006/relationships/slide" Target="/ppt/slides/slide3.xml" Id="R94a159a9623b434e" /><Relationship Type="http://schemas.openxmlformats.org/officeDocument/2006/relationships/slide" Target="/ppt/slides/slide4.xml" Id="R86dc7ff03f2343cb" /><Relationship Type="http://schemas.openxmlformats.org/officeDocument/2006/relationships/slide" Target="/ppt/slides/slide5.xml" Id="Rb30afe7d7d764b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75cd7309ca74d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afdd945f84490f" /><Relationship Type="http://schemas.openxmlformats.org/officeDocument/2006/relationships/notesMaster" Target="/ppt/notesMasters/notesMaster1.xml" Id="R9beb964236a4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1bdd70c6cb49f8" /><Relationship Type="http://schemas.openxmlformats.org/officeDocument/2006/relationships/notesMaster" Target="/ppt/notesMasters/notesMaster1.xml" Id="Rf7247c05c4924e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b648041949409f" /><Relationship Type="http://schemas.openxmlformats.org/officeDocument/2006/relationships/notesMaster" Target="/ppt/notesMasters/notesMaster1.xml" Id="R8a41d06de8a745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483250e1714521" /><Relationship Type="http://schemas.openxmlformats.org/officeDocument/2006/relationships/notesMaster" Target="/ppt/notesMasters/notesMaster1.xml" Id="R84dbdcd65a3b4f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4206e05003400b" /><Relationship Type="http://schemas.openxmlformats.org/officeDocument/2006/relationships/notesMaster" Target="/ppt/notesMasters/notesMaster1.xml" Id="R5c18fcbf79674b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753c7f5f4477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bc49151aa3c467f" /><Relationship Type="http://schemas.openxmlformats.org/officeDocument/2006/relationships/slideLayout" Target="/ppt/slideLayouts/slideLayout2.xml" Id="R7dacb5ee68f742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acb5ee68f742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2f9cd32aa4f57" /><Relationship Type="http://schemas.openxmlformats.org/officeDocument/2006/relationships/notesSlide" Target="/ppt/notesSlides/notesSlide1.xml" Id="R9c57c637f2c844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e9794ce1b74b94" /><Relationship Type="http://schemas.openxmlformats.org/officeDocument/2006/relationships/notesSlide" Target="/ppt/notesSlides/notesSlide2.xml" Id="R07b62e51f3104d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630b0efd1949a4" /><Relationship Type="http://schemas.openxmlformats.org/officeDocument/2006/relationships/notesSlide" Target="/ppt/notesSlides/notesSlide3.xml" Id="R1956a10e1c6940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d75c5cbbd240f4" /><Relationship Type="http://schemas.openxmlformats.org/officeDocument/2006/relationships/notesSlide" Target="/ppt/notesSlides/notesSlide4.xml" Id="Rde8a3923a18148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95624ce33344eb" /><Relationship Type="http://schemas.openxmlformats.org/officeDocument/2006/relationships/notesSlide" Target="/ppt/notesSlides/notesSlide5.xml" Id="Raeb847c4856746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4769F4-3898-42E1-8625-E005A4D9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4D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4D37"/>
                </a:solidFill>
                <a:latin typeface="Aptos"/>
                <a:ea typeface="Aptos"/>
                <a:cs typeface="Aptos"/>
              </a:rPr>
              <a:t>课程实验大项目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CE0FA-66A5-4FD3-8892-4AD0F7FF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mountain_car_sim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C6C53-723F-4A71-85AF-A170F47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29BB3-FE30-4D3A-B8DA-E9C72520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山地场景搭建与小车自动导航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D2E90-BF02-47B2-B78D-94F5CA85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新场景搭建1：在 Gazebo 中完成山地场景、四轮小车、手动控制与自动寻迹避障。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B71EC-375F-4648-8FF8-8E637B32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811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9"/>
          </a:solidFill>
          <a:ln xmlns:a="http://schemas.openxmlformats.org/drawingml/2006/main" w="9525">
            <a:solidFill>
              <a:srgbClr val="C8D5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ECFFC-1FB1-48C8-969B-89542FB5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43019-E292-4CF9-81D0-7C559AEA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85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776C6-D828-44CA-B570-7ADF36A9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85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2C351-DFBB-4227-AEE6-113A7909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857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59D03-DFEE-4798-9BDD-03276DEC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621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250B5-43CB-47CA-95FD-4644CF08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5621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B20F7-AF3B-4AFE-B60B-4F3AB037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47D30-AF9D-4953-B63C-35D043BD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24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7039D-E210-4E54-AEE6-90008C2B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1DF89-915A-45C9-AEDC-11FE0913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5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C6520-30C2-495E-BB40-F034CD1F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76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15494-8DAE-4224-A7BA-876DA789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程序化山地 mesh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69B87-5E29-48D3-8938-E7FA88F5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2076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E9E88-F4BB-4B6B-82BE-11414529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146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Gazebo 模型导入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D11C0-1A4C-4E4F-8C03-91FDB045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076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2C335-FE57-43E3-A2FD-04955DE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WASD / 自动控制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14EBA-F6D6-47B5-BB70-D8545165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0450"/>
            <a:ext cx="2076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1A6CD-DF9F-42B8-9369-9EB2F260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861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寻迹避障到红旗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C1F6FE-AD36-4735-ABB0-F6D904D8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答辩主线：从场景搭建到机器人控制，再到自动导航闭环。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95A83-B70C-4BC5-89AB-C59ED8F2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246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563542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472B2-7E81-498D-B04A-6FC2BFD9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4D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4D37"/>
                </a:solidFill>
                <a:latin typeface="Aptos"/>
                <a:ea typeface="Aptos"/>
                <a:cs typeface="Aptos"/>
              </a:rPr>
              <a:t>ROS Noetic + Gazebo11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78396-6B26-4801-BBB9-3A7C9BFB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mountain_car_sim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1999D-91BC-460B-98B0-AB4F9151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28F2B-FEB0-44F8-93E9-837EEC4A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系统功能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1B6C3-5A44-4403-B32C-BF636738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围绕课程要求实现可展示、可控制、可复现实验环境。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26857-939A-4BA5-82C7-C3F3DF33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E19DD-43B5-4E00-888E-DA400304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ADE8A-7731-4B28-A0EA-42BABA7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山地场景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F9EC6-C3B0-4E60-BAA8-F62816F1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781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使用程序化 DAE 网格生成起伏地形，并叠加蛇形土路、岩石障碍物和红旗检查点。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0FAC5-1E55-4000-A399-85C26F65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EE8ED-9FDC-4565-A0F3-7CA93C8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86E54-2AAD-43A2-87B0-B9C8FB0E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小车模型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A41D9-3F62-4CA7-ADF9-EF9759F7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781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xacro 定义四轮小车：base_link、四个车轮、惯量、碰撞体与 Gazebo 控制插件。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947A6-FEDE-4850-862D-7415119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C55DE-80D9-4D57-9B0F-20B872DA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D4DDD-B392-4CDC-8362-DDA48084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控制方式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2110F-3003-4BFB-8BBB-35C04612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781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支持自动寻迹避障、旧版自动巡航、WASD 手动控制三种使用方式。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65A32-9BF6-4C08-BC77-E00FC292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最终演示效果：启动 demo.launch 后，小车从山底出发，沿山路绕过岩石，靠近红旗后停止。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2F085-6531-4051-8577-8882248E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246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233349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473522-28A0-4E98-94ED-A4A4742E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4D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4D37"/>
                </a:solidFill>
                <a:latin typeface="Aptos"/>
                <a:ea typeface="Aptos"/>
                <a:cs typeface="Aptos"/>
              </a:rPr>
              <a:t>ROS Noetic + Gazebo11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B9BAA-CCB1-4F80-A22A-2C2F6ED9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mountain_car_sim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79E16-A982-4361-9478-EFC192DF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A2C84-6E1D-4C60-81ED-142340D7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实现技术架构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BAFB7-2FD1-46C6-8311-258203CC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ROS 负责组织节点与话题，Gazebo 负责物理仿真和模型加载。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6DD77-7EE3-45BF-9FD9-A34AD00A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97FE7-9388-4286-A1D3-421C06DD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F144C-9783-417B-9262-87C23F3F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launch 启动层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6CD11-CE8C-4BB5-8E96-FB8A72C2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demo.launch 串联 world、spawn、控制节点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ED1AB-7DDF-4E46-B286-BFDDCD98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1832F-3354-43CA-97E7-20676E94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82AC1-0880-4103-B6D8-1CFEC7C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Gazebo 场景层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92E2F-7A8A-43E5-B399-FD77F584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8607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world + models：地形、岩石、红旗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97C11-5A55-4A8D-B23D-09B68AC3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C864B-358B-49C7-B4A2-888DA3A4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20721-3107-4D67-8D50-9D5FBBF0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9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机器人模型层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D63E7-9768-428A-A863-82975C87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8607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xacro：底盘、四轮、碰撞与惯量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38AA5-C48B-4574-BAF2-1B939C4B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BD085-6E33-400A-9C6C-04B0FB8C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BE74E-8F1F-4264-B381-85958136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09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控制算法层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1A3DC-60D0-4F1E-8B13-EEC7E77F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86075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cmd_vel：手动控制与自动导航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384D6-602F-4B9A-B2CB-1B84AF74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11F9E-C95C-4F6E-A0CC-FE7E76CB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90217-34F6-42F0-B7DF-44D4F169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B7937-04D7-4315-9F1F-92EFE92C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A"/>
          </a:solidFill>
          <a:ln xmlns:a="http://schemas.openxmlformats.org/drawingml/2006/main" w="9525">
            <a:solidFill>
              <a:srgbClr val="CAD8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18034E-ED78-448D-88A0-AD784554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053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4D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4D37"/>
                </a:solidFill>
                <a:latin typeface="Aptos"/>
                <a:ea typeface="Aptos"/>
                <a:cs typeface="Aptos"/>
              </a:rPr>
              <a:t>/gazebo/model_states  -&gt;  autonomous_flag_nav  -&gt;  /cmd_vel  -&gt;  Gazebo 控制插件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05CAF3-CFB3-4808-8078-26E93BBF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246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862772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71122-7D24-4A70-B648-AFD95059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4D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4D37"/>
                </a:solidFill>
                <a:latin typeface="Aptos"/>
                <a:ea typeface="Aptos"/>
                <a:cs typeface="Aptos"/>
              </a:rPr>
              <a:t>ROS Noetic + Gazebo11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6859B-6A42-4AA6-95A5-683874D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mountain_car_sim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B3BF4-06CE-4F47-8845-AAF3E160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902C7-6DC1-40FB-B099-7903F232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自动寻迹与避障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D9950-C155-4BBC-9267-E859C9B5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航点跟踪负责沿路前进，障碍物斥力负责局部绕行。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B3547-8074-4D37-A99A-80C13157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40CAB-9A6E-4983-91E7-774543EE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6B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3FD47-E1ED-4BA1-86EE-8319225A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33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6B4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6B4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BF2F7-AC5F-444D-BB6F-DBCBC460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读取状态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82087-06C6-44E4-89A9-EE51AA26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model_states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2EF68-3970-47DE-BF8B-D85876F2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6B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8D79E-D931-4A81-B936-1DA289AC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533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6B4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6B4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1E72A-4FBE-4F27-AC13-81B598DD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选择航点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27BCA-C938-4193-8A77-21F6F0A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385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蛇形山路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0B135-B40C-417C-9B14-3C85FAA1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81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6B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DAF11-5071-40E1-BED8-028886F0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533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6B4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6B4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709F2-0582-4BF7-BF83-12047831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528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计算偏航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54835-A86F-43DF-A8A6-C839BBE5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heading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3A6C1-542E-48C9-B1AE-4A8E5827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6B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2E6B4-0ED4-4B76-88E6-6907E816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533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6B4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6B4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28ED5-AA32-4ABF-A1E6-1E7B838D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528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岩石避障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3284C-CE0E-43B3-AE0D-EB704FFB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385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repulsive vector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499B9-1C9A-4490-8A7A-5E119569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4E"/>
          </a:solidFill>
          <a:ln xmlns:a="http://schemas.openxmlformats.org/drawingml/2006/main" w="19050">
            <a:solidFill>
              <a:srgbClr val="2E6B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4A57E-A21D-4C96-B027-99716D66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533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DC45B5-884F-41B9-82B3-B62DF995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发布速度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54F68B-1161-4BCF-BC0D-9E7617B6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385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/cmd_vel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472A8-2A1E-4A4C-B55D-22442ABA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20C662-E83B-465B-89CF-F66183C4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76800"/>
            <a:ext cx="845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控制逻辑：目标方向 = 航点方向 + 障碍物斥力；速度随距离和偏航角自适应，到红旗附近自动停止。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271EA-93AB-45E4-93F0-E6D66CB2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246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285418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02943F-9A17-4279-A25F-289A5BB2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4D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4D37"/>
                </a:solidFill>
                <a:latin typeface="Aptos"/>
                <a:ea typeface="Aptos"/>
                <a:cs typeface="Aptos"/>
              </a:rPr>
              <a:t>答辩演示顺序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D521C-D2FD-44A6-B43D-9D15C891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mountain_car_sim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4635E-1841-4A37-9BF8-7C95ABE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497A0-EEC0-4991-BE52-D5E63F0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现场展示与总结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AE124-DB36-4263-B6F9-EB67063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用最短路径说明项目完成度：能看、能跑、能控、能自动到达目标。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927C4-5D7C-4328-9AAF-C9F5E648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76A03-5071-4172-B4B9-23425521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96B4F-CBA8-4B6E-83CD-A91CA7CE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1. 场景展示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6D790-BBF6-4689-B738-4F0BF843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展示 mesh 山体、蛇形土路、岩石障碍物、红旗检查点。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7BBC7-8320-4ACC-9318-8B1FE39B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071E3-10C7-4FC9-BCEF-6E618F98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4BFDB-E538-4D02-9DB6-4A3E6652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717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2. 小车导入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30404-557B-430A-988B-41BB29E7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5275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说明 xacro 四轮结构、颜色、碰撞体、惯量和重复 spawn 修复。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2DF5C-BA82-404E-B3D2-5C09B49E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9217F-AAD2-41A0-AD9E-D046ECBE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05774-A7D0-4299-8271-C22FBF8A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3. 自动导航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3B324-5CAF-4427-A800-B3D24741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运行 demo.launch，观察小车沿路绕障并在红旗附近停止。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E3D57-1BC9-48D8-8827-46021B86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项目价值：完成从 ROS 包组织、Gazebo 场景建模、机器人建模到控制算法的完整仿真闭环。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8F8F9-8D8C-4CE2-80A5-6087D070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246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64492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2026-05-24T06:52:53.6880000Z</dcterms:created>
  <dcterms:modified xsi:type="dcterms:W3CDTF">2026-05-24T06:52:53.6880000Z</dcterms:modified>
</coreProperties>
</file>